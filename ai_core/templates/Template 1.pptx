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659"/>
  </p:normalViewPr>
  <p:slideViewPr>
    <p:cSldViewPr snapToGrid="0">
      <p:cViewPr varScale="1">
        <p:scale>
          <a:sx n="96" d="100"/>
          <a:sy n="96" d="100"/>
        </p:scale>
        <p:origin x="18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8F526-780F-8447-AAF5-3470D79E01B4}" type="datetimeFigureOut">
              <a:rPr lang="en-VN" smtClean="0"/>
              <a:t>28/6/26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62E0D-3754-9947-8447-794B77DB56D0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85242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D13BF-E608-B630-82E9-9034C163D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515" y="1099985"/>
            <a:ext cx="9144000" cy="854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809655-F606-5AEB-6CBD-6B852847E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8515" y="2079321"/>
            <a:ext cx="11248373" cy="395822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A6039-FA5F-34A2-C7E8-5534AF20F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1AC3-8FF7-0642-B3DD-86B539C6AF55}" type="datetimeFigureOut">
              <a:rPr lang="en-VN" smtClean="0"/>
              <a:t>28/6/26</a:t>
            </a:fld>
            <a:endParaRPr lang="en-V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19C18-DF29-CDF3-2F05-527918C13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91E5C-09E9-A37B-5B16-8C7342A82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94A737-7A72-6FE0-E85B-9FC401BB21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254685" cy="68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118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045DD-CA1D-0DF9-EBAE-EB0FF3C19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98" y="921599"/>
            <a:ext cx="11615801" cy="724639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6AFD0-29D8-BADE-99C4-AC3043B84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099" y="1825625"/>
            <a:ext cx="58079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653DD-44E6-5346-C8BA-EEE0EB8DE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1AC3-8FF7-0642-B3DD-86B539C6AF55}" type="datetimeFigureOut">
              <a:rPr lang="en-VN" smtClean="0"/>
              <a:t>28/6/26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08DE2-B5FE-2B16-78F5-3B41E26DE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039A6-7ECE-B890-93C6-64833A8EF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F67EBDBC-EA70-B08B-FAF5-9F779FEAE9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7459" y="1825625"/>
            <a:ext cx="5606441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</p:spTree>
    <p:extLst>
      <p:ext uri="{BB962C8B-B14F-4D97-AF65-F5344CB8AC3E}">
        <p14:creationId xmlns:p14="http://schemas.microsoft.com/office/powerpoint/2010/main" val="1109154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A8B91-3A59-9445-E182-A9F722DED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2D2C2-18AE-EC66-B8FE-327B582E2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0F07C-783B-1314-48B1-206E056F6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1AC3-8FF7-0642-B3DD-86B539C6AF55}" type="datetimeFigureOut">
              <a:rPr lang="en-VN" smtClean="0"/>
              <a:t>28/6/26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5B9A0-CA4C-B247-4EED-83B12D162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31CFF-F039-8CC9-E274-9C896C7E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75353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FFE40-0AF7-45DC-0C55-27800767E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9BBDA-A412-0DC1-B508-252F4DA866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5240E7-7664-716A-1A06-A3F58FF6B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35B71-478F-1662-383E-C8BFD69C3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1AC3-8FF7-0642-B3DD-86B539C6AF55}" type="datetimeFigureOut">
              <a:rPr lang="en-VN" smtClean="0"/>
              <a:t>28/6/26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B543F-9A24-65E0-F9EE-F16FB7FF3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6FB51-92FF-28CD-C908-6BA4E977B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17575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A9A5-BF19-ED0A-3F03-D4AF46E0B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F9A60-4C9C-4C5E-D9A7-36085F6D7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1C78A-2E4B-C5E1-FBE7-AC442E040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05073B-79EA-9B61-2256-2C68CA6D3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242666-3E2C-6E48-4602-AADAFB05FF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924DDB-249C-8E16-8828-46C6FB7A6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1AC3-8FF7-0642-B3DD-86B539C6AF55}" type="datetimeFigureOut">
              <a:rPr lang="en-VN" smtClean="0"/>
              <a:t>28/6/26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594123-C619-350C-5802-16A194CE0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C3F3C2-1E24-74C9-8EFB-38B77457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88081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E91AC-02BA-55EB-64E0-39655E840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35752B-C264-9752-1A66-1E64F8941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1AC3-8FF7-0642-B3DD-86B539C6AF55}" type="datetimeFigureOut">
              <a:rPr lang="en-VN" smtClean="0"/>
              <a:t>28/6/26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00A02C-F7B8-1566-4F8B-CC34579DD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276D01-247B-F3D0-7A18-4CC519FC0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83607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628751-6A64-00B1-B45A-674E70D91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1AC3-8FF7-0642-B3DD-86B539C6AF55}" type="datetimeFigureOut">
              <a:rPr lang="en-VN" smtClean="0"/>
              <a:t>28/6/26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EFD9D-F423-802F-120F-0B395110E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8080E-9A9D-7DBC-C2E9-2E0DC87EB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1105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4CE73-5265-9463-C256-5B137E00F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ED59D-16BE-734F-CBD3-8E2F58168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10FF4-5AF6-E2C3-C35B-E8C764D79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DF22C-447F-0021-6B89-97CE0AD05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1AC3-8FF7-0642-B3DD-86B539C6AF55}" type="datetimeFigureOut">
              <a:rPr lang="en-VN" smtClean="0"/>
              <a:t>28/6/26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BD9C0-BEAB-15B5-D075-73940B00E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EDD36-1BCA-BA14-5709-AD02E48B0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60366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9AE6D-0693-0B82-BA93-0E5FACDF5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CD1346-0461-59E2-3DF4-C2E20659C6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A8B30-2F02-B6F2-3194-B05F711E2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60985-BCA1-A1AD-9486-8FE6A08BF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1AC3-8FF7-0642-B3DD-86B539C6AF55}" type="datetimeFigureOut">
              <a:rPr lang="en-VN" smtClean="0"/>
              <a:t>28/6/26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DF192-C102-2A63-BED7-3CFCF0246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91123-E883-031F-8DA6-C136F4607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05895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35F08-33B3-9435-3426-6FA449219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76668C-B46B-E882-6A34-C3A9AA91E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52FCF-F50C-3C56-D8B2-B5C5CD7F9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1AC3-8FF7-0642-B3DD-86B539C6AF55}" type="datetimeFigureOut">
              <a:rPr lang="en-VN" smtClean="0"/>
              <a:t>28/6/26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A76B0-7E33-3973-C4BF-94BA699B6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7F486-4649-BC75-6569-9A0E61CFF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34579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3DC2EC-2352-2563-CA56-A31E199655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BE7E1C-2D1E-BAAE-BDF0-E42D59A6D2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76E31-2602-3892-9C44-94ED361AB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51AC3-8FF7-0642-B3DD-86B539C6AF55}" type="datetimeFigureOut">
              <a:rPr lang="en-VN" smtClean="0"/>
              <a:t>28/6/26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6EF8F-A3A2-ED11-77EB-22C4330E1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BDA29-F296-617E-F305-6B76A5F18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6034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2E0809-9DA4-9FBD-DFC9-A661A2051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4026"/>
            <a:ext cx="10515600" cy="8266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V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65A3C-D523-026B-D3FB-527B96ECB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9"/>
            <a:ext cx="10515600" cy="4486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9DB91-CB41-F596-0A17-4C15889716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551AC3-8FF7-0642-B3DD-86B539C6AF55}" type="datetimeFigureOut">
              <a:rPr lang="en-VN" smtClean="0"/>
              <a:t>28/6/26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9AE1-0CFF-4F74-080B-01831E2B1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50E08-110A-F19E-9B44-30DAB16A17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A1C60-E2DC-2142-BD8E-D25383229BEE}" type="slidenum">
              <a:rPr lang="en-VN" smtClean="0"/>
              <a:t>‹#›</a:t>
            </a:fld>
            <a:endParaRPr lang="en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2BEC9E-51B3-DBEB-05E8-BD2BC53266F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2254685" cy="684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775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9099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 Le Trung (Intern BTS)</dc:creator>
  <cp:lastModifiedBy>Evan Acad</cp:lastModifiedBy>
  <cp:revision>2</cp:revision>
  <dcterms:created xsi:type="dcterms:W3CDTF">2026-06-10T18:22:17Z</dcterms:created>
  <dcterms:modified xsi:type="dcterms:W3CDTF">2026-06-27T22:53:35Z</dcterms:modified>
</cp:coreProperties>
</file>